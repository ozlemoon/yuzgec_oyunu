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0" r:id="rId5"/>
    <p:sldId id="262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F9A9A2-8C5F-4762-AF04-7AB4D4B30A5E}" v="21" dt="2024-03-27T08:18:42.3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like Aydoğduoğlu" userId="d8bf37642fdfe5fd" providerId="LiveId" clId="{85F9A9A2-8C5F-4762-AF04-7AB4D4B30A5E}"/>
    <pc:docChg chg="modSld modMainMaster">
      <pc:chgData name="Melike Aydoğduoğlu" userId="d8bf37642fdfe5fd" providerId="LiveId" clId="{85F9A9A2-8C5F-4762-AF04-7AB4D4B30A5E}" dt="2024-03-27T08:18:42.398" v="20"/>
      <pc:docMkLst>
        <pc:docMk/>
      </pc:docMkLst>
      <pc:sldChg chg="modTransition">
        <pc:chgData name="Melike Aydoğduoğlu" userId="d8bf37642fdfe5fd" providerId="LiveId" clId="{85F9A9A2-8C5F-4762-AF04-7AB4D4B30A5E}" dt="2024-03-27T08:18:42.398" v="20"/>
        <pc:sldMkLst>
          <pc:docMk/>
          <pc:sldMk cId="3489632553" sldId="256"/>
        </pc:sldMkLst>
      </pc:sldChg>
      <pc:sldChg chg="modTransition">
        <pc:chgData name="Melike Aydoğduoğlu" userId="d8bf37642fdfe5fd" providerId="LiveId" clId="{85F9A9A2-8C5F-4762-AF04-7AB4D4B30A5E}" dt="2024-03-27T08:18:42.398" v="20"/>
        <pc:sldMkLst>
          <pc:docMk/>
          <pc:sldMk cId="1410768674" sldId="257"/>
        </pc:sldMkLst>
      </pc:sldChg>
      <pc:sldChg chg="modTransition">
        <pc:chgData name="Melike Aydoğduoğlu" userId="d8bf37642fdfe5fd" providerId="LiveId" clId="{85F9A9A2-8C5F-4762-AF04-7AB4D4B30A5E}" dt="2024-03-27T08:18:42.398" v="20"/>
        <pc:sldMkLst>
          <pc:docMk/>
          <pc:sldMk cId="2963785897" sldId="258"/>
        </pc:sldMkLst>
      </pc:sldChg>
      <pc:sldChg chg="modTransition">
        <pc:chgData name="Melike Aydoğduoğlu" userId="d8bf37642fdfe5fd" providerId="LiveId" clId="{85F9A9A2-8C5F-4762-AF04-7AB4D4B30A5E}" dt="2024-03-27T08:18:42.398" v="20"/>
        <pc:sldMkLst>
          <pc:docMk/>
          <pc:sldMk cId="4148013596" sldId="260"/>
        </pc:sldMkLst>
      </pc:sldChg>
      <pc:sldChg chg="modTransition">
        <pc:chgData name="Melike Aydoğduoğlu" userId="d8bf37642fdfe5fd" providerId="LiveId" clId="{85F9A9A2-8C5F-4762-AF04-7AB4D4B30A5E}" dt="2024-03-27T08:18:42.398" v="20"/>
        <pc:sldMkLst>
          <pc:docMk/>
          <pc:sldMk cId="1710175107" sldId="261"/>
        </pc:sldMkLst>
      </pc:sldChg>
      <pc:sldChg chg="modTransition">
        <pc:chgData name="Melike Aydoğduoğlu" userId="d8bf37642fdfe5fd" providerId="LiveId" clId="{85F9A9A2-8C5F-4762-AF04-7AB4D4B30A5E}" dt="2024-03-27T08:18:42.398" v="20"/>
        <pc:sldMkLst>
          <pc:docMk/>
          <pc:sldMk cId="2968300165" sldId="262"/>
        </pc:sldMkLst>
      </pc:sldChg>
      <pc:sldMasterChg chg="modTransition modSldLayout">
        <pc:chgData name="Melike Aydoğduoğlu" userId="d8bf37642fdfe5fd" providerId="LiveId" clId="{85F9A9A2-8C5F-4762-AF04-7AB4D4B30A5E}" dt="2024-03-27T08:18:42.398" v="20"/>
        <pc:sldMasterMkLst>
          <pc:docMk/>
          <pc:sldMasterMk cId="3756674987" sldId="2147483672"/>
        </pc:sldMasterMkLst>
        <pc:sldLayoutChg chg="modTransition">
          <pc:chgData name="Melike Aydoğduoğlu" userId="d8bf37642fdfe5fd" providerId="LiveId" clId="{85F9A9A2-8C5F-4762-AF04-7AB4D4B30A5E}" dt="2024-03-27T08:18:42.398" v="20"/>
          <pc:sldLayoutMkLst>
            <pc:docMk/>
            <pc:sldMasterMk cId="3756674987" sldId="2147483672"/>
            <pc:sldLayoutMk cId="13565212" sldId="2147483673"/>
          </pc:sldLayoutMkLst>
        </pc:sldLayoutChg>
        <pc:sldLayoutChg chg="modTransition">
          <pc:chgData name="Melike Aydoğduoğlu" userId="d8bf37642fdfe5fd" providerId="LiveId" clId="{85F9A9A2-8C5F-4762-AF04-7AB4D4B30A5E}" dt="2024-03-27T08:18:42.398" v="20"/>
          <pc:sldLayoutMkLst>
            <pc:docMk/>
            <pc:sldMasterMk cId="3756674987" sldId="2147483672"/>
            <pc:sldLayoutMk cId="3598196554" sldId="2147483674"/>
          </pc:sldLayoutMkLst>
        </pc:sldLayoutChg>
        <pc:sldLayoutChg chg="modTransition">
          <pc:chgData name="Melike Aydoğduoğlu" userId="d8bf37642fdfe5fd" providerId="LiveId" clId="{85F9A9A2-8C5F-4762-AF04-7AB4D4B30A5E}" dt="2024-03-27T08:18:42.398" v="20"/>
          <pc:sldLayoutMkLst>
            <pc:docMk/>
            <pc:sldMasterMk cId="3756674987" sldId="2147483672"/>
            <pc:sldLayoutMk cId="1070454065" sldId="2147483675"/>
          </pc:sldLayoutMkLst>
        </pc:sldLayoutChg>
        <pc:sldLayoutChg chg="modTransition">
          <pc:chgData name="Melike Aydoğduoğlu" userId="d8bf37642fdfe5fd" providerId="LiveId" clId="{85F9A9A2-8C5F-4762-AF04-7AB4D4B30A5E}" dt="2024-03-27T08:18:42.398" v="20"/>
          <pc:sldLayoutMkLst>
            <pc:docMk/>
            <pc:sldMasterMk cId="3756674987" sldId="2147483672"/>
            <pc:sldLayoutMk cId="2351263204" sldId="2147483676"/>
          </pc:sldLayoutMkLst>
        </pc:sldLayoutChg>
        <pc:sldLayoutChg chg="modTransition">
          <pc:chgData name="Melike Aydoğduoğlu" userId="d8bf37642fdfe5fd" providerId="LiveId" clId="{85F9A9A2-8C5F-4762-AF04-7AB4D4B30A5E}" dt="2024-03-27T08:18:42.398" v="20"/>
          <pc:sldLayoutMkLst>
            <pc:docMk/>
            <pc:sldMasterMk cId="3756674987" sldId="2147483672"/>
            <pc:sldLayoutMk cId="3660635574" sldId="2147483677"/>
          </pc:sldLayoutMkLst>
        </pc:sldLayoutChg>
        <pc:sldLayoutChg chg="modTransition">
          <pc:chgData name="Melike Aydoğduoğlu" userId="d8bf37642fdfe5fd" providerId="LiveId" clId="{85F9A9A2-8C5F-4762-AF04-7AB4D4B30A5E}" dt="2024-03-27T08:18:42.398" v="20"/>
          <pc:sldLayoutMkLst>
            <pc:docMk/>
            <pc:sldMasterMk cId="3756674987" sldId="2147483672"/>
            <pc:sldLayoutMk cId="3840182997" sldId="2147483678"/>
          </pc:sldLayoutMkLst>
        </pc:sldLayoutChg>
        <pc:sldLayoutChg chg="modTransition">
          <pc:chgData name="Melike Aydoğduoğlu" userId="d8bf37642fdfe5fd" providerId="LiveId" clId="{85F9A9A2-8C5F-4762-AF04-7AB4D4B30A5E}" dt="2024-03-27T08:18:42.398" v="20"/>
          <pc:sldLayoutMkLst>
            <pc:docMk/>
            <pc:sldMasterMk cId="3756674987" sldId="2147483672"/>
            <pc:sldLayoutMk cId="1114499833" sldId="2147483679"/>
          </pc:sldLayoutMkLst>
        </pc:sldLayoutChg>
        <pc:sldLayoutChg chg="modTransition">
          <pc:chgData name="Melike Aydoğduoğlu" userId="d8bf37642fdfe5fd" providerId="LiveId" clId="{85F9A9A2-8C5F-4762-AF04-7AB4D4B30A5E}" dt="2024-03-27T08:18:42.398" v="20"/>
          <pc:sldLayoutMkLst>
            <pc:docMk/>
            <pc:sldMasterMk cId="3756674987" sldId="2147483672"/>
            <pc:sldLayoutMk cId="1485898424" sldId="2147483680"/>
          </pc:sldLayoutMkLst>
        </pc:sldLayoutChg>
        <pc:sldLayoutChg chg="modTransition">
          <pc:chgData name="Melike Aydoğduoğlu" userId="d8bf37642fdfe5fd" providerId="LiveId" clId="{85F9A9A2-8C5F-4762-AF04-7AB4D4B30A5E}" dt="2024-03-27T08:18:42.398" v="20"/>
          <pc:sldLayoutMkLst>
            <pc:docMk/>
            <pc:sldMasterMk cId="3756674987" sldId="2147483672"/>
            <pc:sldLayoutMk cId="560348724" sldId="2147483681"/>
          </pc:sldLayoutMkLst>
        </pc:sldLayoutChg>
        <pc:sldLayoutChg chg="modTransition">
          <pc:chgData name="Melike Aydoğduoğlu" userId="d8bf37642fdfe5fd" providerId="LiveId" clId="{85F9A9A2-8C5F-4762-AF04-7AB4D4B30A5E}" dt="2024-03-27T08:18:42.398" v="20"/>
          <pc:sldLayoutMkLst>
            <pc:docMk/>
            <pc:sldMasterMk cId="3756674987" sldId="2147483672"/>
            <pc:sldLayoutMk cId="3789089422" sldId="2147483682"/>
          </pc:sldLayoutMkLst>
        </pc:sldLayoutChg>
        <pc:sldLayoutChg chg="modTransition">
          <pc:chgData name="Melike Aydoğduoğlu" userId="d8bf37642fdfe5fd" providerId="LiveId" clId="{85F9A9A2-8C5F-4762-AF04-7AB4D4B30A5E}" dt="2024-03-27T08:18:42.398" v="20"/>
          <pc:sldLayoutMkLst>
            <pc:docMk/>
            <pc:sldMasterMk cId="3756674987" sldId="2147483672"/>
            <pc:sldLayoutMk cId="2177016393" sldId="2147483683"/>
          </pc:sldLayoutMkLst>
        </pc:sldLayout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F2A697-DBC1-47BD-ABE6-5B295511524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B86B084-1048-42C9-AD03-1BC04B1BAC56}">
      <dgm:prSet/>
      <dgm:spPr/>
      <dgm:t>
        <a:bodyPr/>
        <a:lstStyle/>
        <a:p>
          <a:r>
            <a:rPr lang="tr-TR"/>
            <a:t>Bu projede, oyun geliştirmek için Python dilini ve Pygame kütüphanesini kullandık.</a:t>
          </a:r>
          <a:endParaRPr lang="en-US"/>
        </a:p>
      </dgm:t>
    </dgm:pt>
    <dgm:pt modelId="{6AC7DEB1-7D62-4BE2-A352-C24EC23722EE}" type="parTrans" cxnId="{EA42ADB8-F1E1-47AC-86D6-2510C337DACE}">
      <dgm:prSet/>
      <dgm:spPr/>
      <dgm:t>
        <a:bodyPr/>
        <a:lstStyle/>
        <a:p>
          <a:endParaRPr lang="en-US"/>
        </a:p>
      </dgm:t>
    </dgm:pt>
    <dgm:pt modelId="{494E00D2-64CF-4E69-9C52-F20FF51DFE8D}" type="sibTrans" cxnId="{EA42ADB8-F1E1-47AC-86D6-2510C337DACE}">
      <dgm:prSet/>
      <dgm:spPr/>
      <dgm:t>
        <a:bodyPr/>
        <a:lstStyle/>
        <a:p>
          <a:endParaRPr lang="en-US"/>
        </a:p>
      </dgm:t>
    </dgm:pt>
    <dgm:pt modelId="{98831A22-9D89-4934-B419-16C25FEB529E}">
      <dgm:prSet/>
      <dgm:spPr/>
      <dgm:t>
        <a:bodyPr/>
        <a:lstStyle/>
        <a:p>
          <a:r>
            <a:rPr lang="tr-TR" b="1"/>
            <a:t>Kullanılan Algoritmalar</a:t>
          </a:r>
          <a:r>
            <a:rPr lang="tr-TR"/>
            <a:t>: Zıplama Algoritması, Boru Oluşturma Algoritması, Puanlama Algoritması, Oyun Başlatma ve Bitirme Algoritması(space tuşu)</a:t>
          </a:r>
          <a:endParaRPr lang="en-US"/>
        </a:p>
      </dgm:t>
    </dgm:pt>
    <dgm:pt modelId="{08C9078E-03D6-446A-903B-AA19D736AE3F}" type="parTrans" cxnId="{FFAFDAE9-9C1A-4996-857E-56593B5391AC}">
      <dgm:prSet/>
      <dgm:spPr/>
      <dgm:t>
        <a:bodyPr/>
        <a:lstStyle/>
        <a:p>
          <a:endParaRPr lang="en-US"/>
        </a:p>
      </dgm:t>
    </dgm:pt>
    <dgm:pt modelId="{DAEDF298-A4BC-4FCD-805F-C108090764E8}" type="sibTrans" cxnId="{FFAFDAE9-9C1A-4996-857E-56593B5391AC}">
      <dgm:prSet/>
      <dgm:spPr/>
      <dgm:t>
        <a:bodyPr/>
        <a:lstStyle/>
        <a:p>
          <a:endParaRPr lang="en-US"/>
        </a:p>
      </dgm:t>
    </dgm:pt>
    <dgm:pt modelId="{BB632154-088E-4609-83EB-3C86AB62F7E9}">
      <dgm:prSet/>
      <dgm:spPr/>
      <dgm:t>
        <a:bodyPr/>
        <a:lstStyle/>
        <a:p>
          <a:r>
            <a:rPr lang="tr-TR" b="1"/>
            <a:t>Veri Yapıları</a:t>
          </a:r>
          <a:r>
            <a:rPr lang="tr-TR"/>
            <a:t>: Listeler, Sabitler ve Değişkenler</a:t>
          </a:r>
          <a:endParaRPr lang="en-US"/>
        </a:p>
      </dgm:t>
    </dgm:pt>
    <dgm:pt modelId="{36FEA888-B11E-4B19-9172-A07616861D1C}" type="parTrans" cxnId="{20CC96C1-5573-4F63-BF68-B46749A2C0D5}">
      <dgm:prSet/>
      <dgm:spPr/>
      <dgm:t>
        <a:bodyPr/>
        <a:lstStyle/>
        <a:p>
          <a:endParaRPr lang="en-US"/>
        </a:p>
      </dgm:t>
    </dgm:pt>
    <dgm:pt modelId="{2B13D694-4C63-4C09-B3C3-19C5796DDB2A}" type="sibTrans" cxnId="{20CC96C1-5573-4F63-BF68-B46749A2C0D5}">
      <dgm:prSet/>
      <dgm:spPr/>
      <dgm:t>
        <a:bodyPr/>
        <a:lstStyle/>
        <a:p>
          <a:endParaRPr lang="en-US"/>
        </a:p>
      </dgm:t>
    </dgm:pt>
    <dgm:pt modelId="{F4F68F05-EBDF-4678-8580-62C7AA2A4E76}" type="pres">
      <dgm:prSet presAssocID="{CFF2A697-DBC1-47BD-ABE6-5B2955115244}" presName="root" presStyleCnt="0">
        <dgm:presLayoutVars>
          <dgm:dir/>
          <dgm:resizeHandles val="exact"/>
        </dgm:presLayoutVars>
      </dgm:prSet>
      <dgm:spPr/>
    </dgm:pt>
    <dgm:pt modelId="{4F3B4710-38EE-4947-89AD-B25275398FB3}" type="pres">
      <dgm:prSet presAssocID="{DB86B084-1048-42C9-AD03-1BC04B1BAC56}" presName="compNode" presStyleCnt="0"/>
      <dgm:spPr/>
    </dgm:pt>
    <dgm:pt modelId="{60254440-FD75-4075-80F1-8B4039C9BA41}" type="pres">
      <dgm:prSet presAssocID="{DB86B084-1048-42C9-AD03-1BC04B1BAC56}" presName="bgRect" presStyleLbl="bgShp" presStyleIdx="0" presStyleCnt="3"/>
      <dgm:spPr/>
    </dgm:pt>
    <dgm:pt modelId="{2D81DCAC-858C-4027-AD39-1DF67FB4B13C}" type="pres">
      <dgm:prSet presAssocID="{DB86B084-1048-42C9-AD03-1BC04B1BAC5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A17B4283-CF33-49D1-A62B-7CF173FB2703}" type="pres">
      <dgm:prSet presAssocID="{DB86B084-1048-42C9-AD03-1BC04B1BAC56}" presName="spaceRect" presStyleCnt="0"/>
      <dgm:spPr/>
    </dgm:pt>
    <dgm:pt modelId="{23BA4627-F44B-438E-8CFD-DA9916814DEB}" type="pres">
      <dgm:prSet presAssocID="{DB86B084-1048-42C9-AD03-1BC04B1BAC56}" presName="parTx" presStyleLbl="revTx" presStyleIdx="0" presStyleCnt="3">
        <dgm:presLayoutVars>
          <dgm:chMax val="0"/>
          <dgm:chPref val="0"/>
        </dgm:presLayoutVars>
      </dgm:prSet>
      <dgm:spPr/>
    </dgm:pt>
    <dgm:pt modelId="{7DA4C64D-4C4D-4065-8B79-454990367B39}" type="pres">
      <dgm:prSet presAssocID="{494E00D2-64CF-4E69-9C52-F20FF51DFE8D}" presName="sibTrans" presStyleCnt="0"/>
      <dgm:spPr/>
    </dgm:pt>
    <dgm:pt modelId="{6803F744-DF8C-46E9-94A7-93037306F374}" type="pres">
      <dgm:prSet presAssocID="{98831A22-9D89-4934-B419-16C25FEB529E}" presName="compNode" presStyleCnt="0"/>
      <dgm:spPr/>
    </dgm:pt>
    <dgm:pt modelId="{E761D3D8-0370-43F2-AEA2-1DA25A1B392A}" type="pres">
      <dgm:prSet presAssocID="{98831A22-9D89-4934-B419-16C25FEB529E}" presName="bgRect" presStyleLbl="bgShp" presStyleIdx="1" presStyleCnt="3"/>
      <dgm:spPr/>
    </dgm:pt>
    <dgm:pt modelId="{462D063E-D799-4BE5-BC6E-4C3C8BC8EF9E}" type="pres">
      <dgm:prSet presAssocID="{98831A22-9D89-4934-B419-16C25FEB529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ing Cards"/>
        </a:ext>
      </dgm:extLst>
    </dgm:pt>
    <dgm:pt modelId="{09CDE013-331F-46F2-AC6E-D6020E288114}" type="pres">
      <dgm:prSet presAssocID="{98831A22-9D89-4934-B419-16C25FEB529E}" presName="spaceRect" presStyleCnt="0"/>
      <dgm:spPr/>
    </dgm:pt>
    <dgm:pt modelId="{EE5F5294-16FE-4995-9452-BEFA15E89899}" type="pres">
      <dgm:prSet presAssocID="{98831A22-9D89-4934-B419-16C25FEB529E}" presName="parTx" presStyleLbl="revTx" presStyleIdx="1" presStyleCnt="3">
        <dgm:presLayoutVars>
          <dgm:chMax val="0"/>
          <dgm:chPref val="0"/>
        </dgm:presLayoutVars>
      </dgm:prSet>
      <dgm:spPr/>
    </dgm:pt>
    <dgm:pt modelId="{08841880-3DFE-4519-88BE-158035311539}" type="pres">
      <dgm:prSet presAssocID="{DAEDF298-A4BC-4FCD-805F-C108090764E8}" presName="sibTrans" presStyleCnt="0"/>
      <dgm:spPr/>
    </dgm:pt>
    <dgm:pt modelId="{965DD9C6-AB75-48CD-8E8E-9F363C81EEE6}" type="pres">
      <dgm:prSet presAssocID="{BB632154-088E-4609-83EB-3C86AB62F7E9}" presName="compNode" presStyleCnt="0"/>
      <dgm:spPr/>
    </dgm:pt>
    <dgm:pt modelId="{E1C5745F-724E-4832-95CE-37BE233C7157}" type="pres">
      <dgm:prSet presAssocID="{BB632154-088E-4609-83EB-3C86AB62F7E9}" presName="bgRect" presStyleLbl="bgShp" presStyleIdx="2" presStyleCnt="3"/>
      <dgm:spPr/>
    </dgm:pt>
    <dgm:pt modelId="{4A768E76-427F-46C2-93C3-1DD1BDCB2BE8}" type="pres">
      <dgm:prSet presAssocID="{BB632154-088E-4609-83EB-3C86AB62F7E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yerarşi"/>
        </a:ext>
      </dgm:extLst>
    </dgm:pt>
    <dgm:pt modelId="{A0CFD30D-6B22-4243-A204-78E6E262C1CF}" type="pres">
      <dgm:prSet presAssocID="{BB632154-088E-4609-83EB-3C86AB62F7E9}" presName="spaceRect" presStyleCnt="0"/>
      <dgm:spPr/>
    </dgm:pt>
    <dgm:pt modelId="{673559C2-1A58-4D1D-8159-03CE0E055D9C}" type="pres">
      <dgm:prSet presAssocID="{BB632154-088E-4609-83EB-3C86AB62F7E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D058561-9964-488F-BC3E-1ABB5DBE2618}" type="presOf" srcId="{DB86B084-1048-42C9-AD03-1BC04B1BAC56}" destId="{23BA4627-F44B-438E-8CFD-DA9916814DEB}" srcOrd="0" destOrd="0" presId="urn:microsoft.com/office/officeart/2018/2/layout/IconVerticalSolidList"/>
    <dgm:cxn modelId="{257E9F8A-0901-43EA-9D81-C2AAAABE45AC}" type="presOf" srcId="{CFF2A697-DBC1-47BD-ABE6-5B2955115244}" destId="{F4F68F05-EBDF-4678-8580-62C7AA2A4E76}" srcOrd="0" destOrd="0" presId="urn:microsoft.com/office/officeart/2018/2/layout/IconVerticalSolidList"/>
    <dgm:cxn modelId="{EA42ADB8-F1E1-47AC-86D6-2510C337DACE}" srcId="{CFF2A697-DBC1-47BD-ABE6-5B2955115244}" destId="{DB86B084-1048-42C9-AD03-1BC04B1BAC56}" srcOrd="0" destOrd="0" parTransId="{6AC7DEB1-7D62-4BE2-A352-C24EC23722EE}" sibTransId="{494E00D2-64CF-4E69-9C52-F20FF51DFE8D}"/>
    <dgm:cxn modelId="{20CC96C1-5573-4F63-BF68-B46749A2C0D5}" srcId="{CFF2A697-DBC1-47BD-ABE6-5B2955115244}" destId="{BB632154-088E-4609-83EB-3C86AB62F7E9}" srcOrd="2" destOrd="0" parTransId="{36FEA888-B11E-4B19-9172-A07616861D1C}" sibTransId="{2B13D694-4C63-4C09-B3C3-19C5796DDB2A}"/>
    <dgm:cxn modelId="{FFAFDAE9-9C1A-4996-857E-56593B5391AC}" srcId="{CFF2A697-DBC1-47BD-ABE6-5B2955115244}" destId="{98831A22-9D89-4934-B419-16C25FEB529E}" srcOrd="1" destOrd="0" parTransId="{08C9078E-03D6-446A-903B-AA19D736AE3F}" sibTransId="{DAEDF298-A4BC-4FCD-805F-C108090764E8}"/>
    <dgm:cxn modelId="{EAA87FF1-9D8C-4033-83BF-2484F9B3B00E}" type="presOf" srcId="{BB632154-088E-4609-83EB-3C86AB62F7E9}" destId="{673559C2-1A58-4D1D-8159-03CE0E055D9C}" srcOrd="0" destOrd="0" presId="urn:microsoft.com/office/officeart/2018/2/layout/IconVerticalSolidList"/>
    <dgm:cxn modelId="{DC5433F2-1A24-4DD8-A525-C1C7A13BCA53}" type="presOf" srcId="{98831A22-9D89-4934-B419-16C25FEB529E}" destId="{EE5F5294-16FE-4995-9452-BEFA15E89899}" srcOrd="0" destOrd="0" presId="urn:microsoft.com/office/officeart/2018/2/layout/IconVerticalSolidList"/>
    <dgm:cxn modelId="{3396D783-9DEE-4752-A124-AFE770189C89}" type="presParOf" srcId="{F4F68F05-EBDF-4678-8580-62C7AA2A4E76}" destId="{4F3B4710-38EE-4947-89AD-B25275398FB3}" srcOrd="0" destOrd="0" presId="urn:microsoft.com/office/officeart/2018/2/layout/IconVerticalSolidList"/>
    <dgm:cxn modelId="{B466739A-FDBF-44DC-8B4C-8BC4DDEEC28F}" type="presParOf" srcId="{4F3B4710-38EE-4947-89AD-B25275398FB3}" destId="{60254440-FD75-4075-80F1-8B4039C9BA41}" srcOrd="0" destOrd="0" presId="urn:microsoft.com/office/officeart/2018/2/layout/IconVerticalSolidList"/>
    <dgm:cxn modelId="{DF53C595-C150-41FD-B4BC-7433D03AB8C5}" type="presParOf" srcId="{4F3B4710-38EE-4947-89AD-B25275398FB3}" destId="{2D81DCAC-858C-4027-AD39-1DF67FB4B13C}" srcOrd="1" destOrd="0" presId="urn:microsoft.com/office/officeart/2018/2/layout/IconVerticalSolidList"/>
    <dgm:cxn modelId="{FA6FBDF8-0967-45F9-B6A5-1027657F5BA7}" type="presParOf" srcId="{4F3B4710-38EE-4947-89AD-B25275398FB3}" destId="{A17B4283-CF33-49D1-A62B-7CF173FB2703}" srcOrd="2" destOrd="0" presId="urn:microsoft.com/office/officeart/2018/2/layout/IconVerticalSolidList"/>
    <dgm:cxn modelId="{8B0D3E6E-3B36-404A-A5F9-6DFC5DD4782D}" type="presParOf" srcId="{4F3B4710-38EE-4947-89AD-B25275398FB3}" destId="{23BA4627-F44B-438E-8CFD-DA9916814DEB}" srcOrd="3" destOrd="0" presId="urn:microsoft.com/office/officeart/2018/2/layout/IconVerticalSolidList"/>
    <dgm:cxn modelId="{3513BC8A-8318-4A7F-9702-9DF0D91B7BF9}" type="presParOf" srcId="{F4F68F05-EBDF-4678-8580-62C7AA2A4E76}" destId="{7DA4C64D-4C4D-4065-8B79-454990367B39}" srcOrd="1" destOrd="0" presId="urn:microsoft.com/office/officeart/2018/2/layout/IconVerticalSolidList"/>
    <dgm:cxn modelId="{FA8E29F5-C116-49FE-87CD-1F6B1AA07F5B}" type="presParOf" srcId="{F4F68F05-EBDF-4678-8580-62C7AA2A4E76}" destId="{6803F744-DF8C-46E9-94A7-93037306F374}" srcOrd="2" destOrd="0" presId="urn:microsoft.com/office/officeart/2018/2/layout/IconVerticalSolidList"/>
    <dgm:cxn modelId="{A2B05654-040A-43C1-909B-1EC5CFCAA0A9}" type="presParOf" srcId="{6803F744-DF8C-46E9-94A7-93037306F374}" destId="{E761D3D8-0370-43F2-AEA2-1DA25A1B392A}" srcOrd="0" destOrd="0" presId="urn:microsoft.com/office/officeart/2018/2/layout/IconVerticalSolidList"/>
    <dgm:cxn modelId="{8D2DAA70-8728-4C9C-89B8-9AF6F2578C80}" type="presParOf" srcId="{6803F744-DF8C-46E9-94A7-93037306F374}" destId="{462D063E-D799-4BE5-BC6E-4C3C8BC8EF9E}" srcOrd="1" destOrd="0" presId="urn:microsoft.com/office/officeart/2018/2/layout/IconVerticalSolidList"/>
    <dgm:cxn modelId="{418E917C-74C3-45D7-A7E9-396619A7B891}" type="presParOf" srcId="{6803F744-DF8C-46E9-94A7-93037306F374}" destId="{09CDE013-331F-46F2-AC6E-D6020E288114}" srcOrd="2" destOrd="0" presId="urn:microsoft.com/office/officeart/2018/2/layout/IconVerticalSolidList"/>
    <dgm:cxn modelId="{2FADAA12-5725-463B-839F-8E55D489CC64}" type="presParOf" srcId="{6803F744-DF8C-46E9-94A7-93037306F374}" destId="{EE5F5294-16FE-4995-9452-BEFA15E89899}" srcOrd="3" destOrd="0" presId="urn:microsoft.com/office/officeart/2018/2/layout/IconVerticalSolidList"/>
    <dgm:cxn modelId="{0860B77D-BA77-452D-9A98-2EE8662A7E31}" type="presParOf" srcId="{F4F68F05-EBDF-4678-8580-62C7AA2A4E76}" destId="{08841880-3DFE-4519-88BE-158035311539}" srcOrd="3" destOrd="0" presId="urn:microsoft.com/office/officeart/2018/2/layout/IconVerticalSolidList"/>
    <dgm:cxn modelId="{F022A673-3154-4BBA-BEF1-777566C03E58}" type="presParOf" srcId="{F4F68F05-EBDF-4678-8580-62C7AA2A4E76}" destId="{965DD9C6-AB75-48CD-8E8E-9F363C81EEE6}" srcOrd="4" destOrd="0" presId="urn:microsoft.com/office/officeart/2018/2/layout/IconVerticalSolidList"/>
    <dgm:cxn modelId="{B3692EEE-DAB9-4453-93EE-3F43857FE55D}" type="presParOf" srcId="{965DD9C6-AB75-48CD-8E8E-9F363C81EEE6}" destId="{E1C5745F-724E-4832-95CE-37BE233C7157}" srcOrd="0" destOrd="0" presId="urn:microsoft.com/office/officeart/2018/2/layout/IconVerticalSolidList"/>
    <dgm:cxn modelId="{1A660F1A-0EE9-4124-83E7-7B66829811D0}" type="presParOf" srcId="{965DD9C6-AB75-48CD-8E8E-9F363C81EEE6}" destId="{4A768E76-427F-46C2-93C3-1DD1BDCB2BE8}" srcOrd="1" destOrd="0" presId="urn:microsoft.com/office/officeart/2018/2/layout/IconVerticalSolidList"/>
    <dgm:cxn modelId="{A69FDBCC-0C8D-4D55-B953-42634F112C11}" type="presParOf" srcId="{965DD9C6-AB75-48CD-8E8E-9F363C81EEE6}" destId="{A0CFD30D-6B22-4243-A204-78E6E262C1CF}" srcOrd="2" destOrd="0" presId="urn:microsoft.com/office/officeart/2018/2/layout/IconVerticalSolidList"/>
    <dgm:cxn modelId="{35C1D92C-CCC9-483F-A0E4-660B400387C8}" type="presParOf" srcId="{965DD9C6-AB75-48CD-8E8E-9F363C81EEE6}" destId="{673559C2-1A58-4D1D-8159-03CE0E055D9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008D9E2-A0AD-4C2A-865B-F154FB75BB75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DF27368-6F2E-4A31-82D8-AC7E78CEBF8E}">
      <dgm:prSet/>
      <dgm:spPr/>
      <dgm:t>
        <a:bodyPr/>
        <a:lstStyle/>
        <a:p>
          <a:r>
            <a:rPr lang="tr-TR"/>
            <a:t>TEMAYA KARAR VERMEK</a:t>
          </a:r>
          <a:endParaRPr lang="en-US"/>
        </a:p>
      </dgm:t>
    </dgm:pt>
    <dgm:pt modelId="{822E5AF6-FB64-471F-A7F9-F6BB8A62DB4C}" type="parTrans" cxnId="{A51F299D-A064-4473-AD19-092845E70086}">
      <dgm:prSet/>
      <dgm:spPr/>
      <dgm:t>
        <a:bodyPr/>
        <a:lstStyle/>
        <a:p>
          <a:endParaRPr lang="en-US"/>
        </a:p>
      </dgm:t>
    </dgm:pt>
    <dgm:pt modelId="{9BCDAD80-EC4F-470D-A239-F843EB526E71}" type="sibTrans" cxnId="{A51F299D-A064-4473-AD19-092845E70086}">
      <dgm:prSet/>
      <dgm:spPr/>
      <dgm:t>
        <a:bodyPr/>
        <a:lstStyle/>
        <a:p>
          <a:endParaRPr lang="en-US"/>
        </a:p>
      </dgm:t>
    </dgm:pt>
    <dgm:pt modelId="{A405F095-2ED8-4BA9-ADF1-538F13B3078F}">
      <dgm:prSet/>
      <dgm:spPr/>
      <dgm:t>
        <a:bodyPr/>
        <a:lstStyle/>
        <a:p>
          <a:r>
            <a:rPr lang="tr-TR"/>
            <a:t>YARATICI VE ÖZGÜN İSİM SÜRECİ</a:t>
          </a:r>
          <a:endParaRPr lang="en-US"/>
        </a:p>
      </dgm:t>
    </dgm:pt>
    <dgm:pt modelId="{E21C61A4-0F5A-475F-B54D-AE1AD5216D0C}" type="parTrans" cxnId="{902425DF-E38D-456C-9378-7F18964CFAB9}">
      <dgm:prSet/>
      <dgm:spPr/>
      <dgm:t>
        <a:bodyPr/>
        <a:lstStyle/>
        <a:p>
          <a:endParaRPr lang="en-US"/>
        </a:p>
      </dgm:t>
    </dgm:pt>
    <dgm:pt modelId="{AA4D1F9E-1355-4EBC-AA75-EE3ECEFAFC85}" type="sibTrans" cxnId="{902425DF-E38D-456C-9378-7F18964CFAB9}">
      <dgm:prSet/>
      <dgm:spPr/>
      <dgm:t>
        <a:bodyPr/>
        <a:lstStyle/>
        <a:p>
          <a:endParaRPr lang="en-US"/>
        </a:p>
      </dgm:t>
    </dgm:pt>
    <dgm:pt modelId="{BBBAA769-0BBB-4FF9-AB04-3AC0A3188F11}">
      <dgm:prSet/>
      <dgm:spPr/>
      <dgm:t>
        <a:bodyPr/>
        <a:lstStyle/>
        <a:p>
          <a:r>
            <a:rPr lang="tr-TR"/>
            <a:t>ARKA PLANI VE KARAKTERİN ANİMASYONUNU HAZIRLAMA</a:t>
          </a:r>
          <a:endParaRPr lang="en-US"/>
        </a:p>
      </dgm:t>
    </dgm:pt>
    <dgm:pt modelId="{4A262EA1-45E8-4E8A-B759-E73E4789D085}" type="parTrans" cxnId="{E403D9ED-6FC2-4283-A598-01F2540E6F1A}">
      <dgm:prSet/>
      <dgm:spPr/>
      <dgm:t>
        <a:bodyPr/>
        <a:lstStyle/>
        <a:p>
          <a:endParaRPr lang="en-US"/>
        </a:p>
      </dgm:t>
    </dgm:pt>
    <dgm:pt modelId="{ED467F93-A00E-4ED9-A0C9-667BBA69CA19}" type="sibTrans" cxnId="{E403D9ED-6FC2-4283-A598-01F2540E6F1A}">
      <dgm:prSet/>
      <dgm:spPr/>
      <dgm:t>
        <a:bodyPr/>
        <a:lstStyle/>
        <a:p>
          <a:endParaRPr lang="en-US"/>
        </a:p>
      </dgm:t>
    </dgm:pt>
    <dgm:pt modelId="{6E6BC48E-AD31-4D78-8F11-C360F96709EB}">
      <dgm:prSet/>
      <dgm:spPr/>
      <dgm:t>
        <a:bodyPr/>
        <a:lstStyle/>
        <a:p>
          <a:r>
            <a:rPr lang="tr-TR"/>
            <a:t>KOD İLE OYUNU CANLANDIRMAK</a:t>
          </a:r>
          <a:endParaRPr lang="en-US"/>
        </a:p>
      </dgm:t>
    </dgm:pt>
    <dgm:pt modelId="{74E616FA-6E73-47B5-91BF-6232AE9C3997}" type="parTrans" cxnId="{E7A9243F-E3C4-4EBE-A8BA-2E1F6FD57BC7}">
      <dgm:prSet/>
      <dgm:spPr/>
      <dgm:t>
        <a:bodyPr/>
        <a:lstStyle/>
        <a:p>
          <a:endParaRPr lang="en-US"/>
        </a:p>
      </dgm:t>
    </dgm:pt>
    <dgm:pt modelId="{A8D47C32-D859-43D4-92B8-3E5F13DF2CDE}" type="sibTrans" cxnId="{E7A9243F-E3C4-4EBE-A8BA-2E1F6FD57BC7}">
      <dgm:prSet/>
      <dgm:spPr/>
      <dgm:t>
        <a:bodyPr/>
        <a:lstStyle/>
        <a:p>
          <a:endParaRPr lang="en-US"/>
        </a:p>
      </dgm:t>
    </dgm:pt>
    <dgm:pt modelId="{BD412BE5-04EB-477B-B06D-794CD0F54169}">
      <dgm:prSet/>
      <dgm:spPr/>
      <dgm:t>
        <a:bodyPr/>
        <a:lstStyle/>
        <a:p>
          <a:r>
            <a:rPr lang="tr-TR"/>
            <a:t>OYUN BAŞLANGIÇ EKRANI OLUŞTURMA</a:t>
          </a:r>
          <a:endParaRPr lang="en-US"/>
        </a:p>
      </dgm:t>
    </dgm:pt>
    <dgm:pt modelId="{969A09DB-ADD4-45D3-9735-1B0870ADF20F}" type="parTrans" cxnId="{4247268A-3119-4588-BF59-9A38D77D4C4A}">
      <dgm:prSet/>
      <dgm:spPr/>
      <dgm:t>
        <a:bodyPr/>
        <a:lstStyle/>
        <a:p>
          <a:endParaRPr lang="en-US"/>
        </a:p>
      </dgm:t>
    </dgm:pt>
    <dgm:pt modelId="{9F846564-77EB-4FB8-ABAD-B12E82FC0BD7}" type="sibTrans" cxnId="{4247268A-3119-4588-BF59-9A38D77D4C4A}">
      <dgm:prSet/>
      <dgm:spPr/>
      <dgm:t>
        <a:bodyPr/>
        <a:lstStyle/>
        <a:p>
          <a:endParaRPr lang="en-US"/>
        </a:p>
      </dgm:t>
    </dgm:pt>
    <dgm:pt modelId="{1931F71F-463F-4CF7-BC04-D4FEAFFBC223}" type="pres">
      <dgm:prSet presAssocID="{B008D9E2-A0AD-4C2A-865B-F154FB75BB75}" presName="outerComposite" presStyleCnt="0">
        <dgm:presLayoutVars>
          <dgm:chMax val="5"/>
          <dgm:dir/>
          <dgm:resizeHandles val="exact"/>
        </dgm:presLayoutVars>
      </dgm:prSet>
      <dgm:spPr/>
    </dgm:pt>
    <dgm:pt modelId="{E2AFCC28-B878-4474-9A97-5452DEFF54CB}" type="pres">
      <dgm:prSet presAssocID="{B008D9E2-A0AD-4C2A-865B-F154FB75BB75}" presName="dummyMaxCanvas" presStyleCnt="0">
        <dgm:presLayoutVars/>
      </dgm:prSet>
      <dgm:spPr/>
    </dgm:pt>
    <dgm:pt modelId="{D62FEFE5-F025-4FDE-B00B-CD137FEFE7B9}" type="pres">
      <dgm:prSet presAssocID="{B008D9E2-A0AD-4C2A-865B-F154FB75BB75}" presName="FiveNodes_1" presStyleLbl="node1" presStyleIdx="0" presStyleCnt="5">
        <dgm:presLayoutVars>
          <dgm:bulletEnabled val="1"/>
        </dgm:presLayoutVars>
      </dgm:prSet>
      <dgm:spPr/>
    </dgm:pt>
    <dgm:pt modelId="{E6593BA7-457A-475F-9827-2E9A422A5E00}" type="pres">
      <dgm:prSet presAssocID="{B008D9E2-A0AD-4C2A-865B-F154FB75BB75}" presName="FiveNodes_2" presStyleLbl="node1" presStyleIdx="1" presStyleCnt="5">
        <dgm:presLayoutVars>
          <dgm:bulletEnabled val="1"/>
        </dgm:presLayoutVars>
      </dgm:prSet>
      <dgm:spPr/>
    </dgm:pt>
    <dgm:pt modelId="{73E59339-52CC-40D4-A8CB-55749914C3DC}" type="pres">
      <dgm:prSet presAssocID="{B008D9E2-A0AD-4C2A-865B-F154FB75BB75}" presName="FiveNodes_3" presStyleLbl="node1" presStyleIdx="2" presStyleCnt="5">
        <dgm:presLayoutVars>
          <dgm:bulletEnabled val="1"/>
        </dgm:presLayoutVars>
      </dgm:prSet>
      <dgm:spPr/>
    </dgm:pt>
    <dgm:pt modelId="{C4AD752E-AB37-4F7C-99D2-635AD0A96B1D}" type="pres">
      <dgm:prSet presAssocID="{B008D9E2-A0AD-4C2A-865B-F154FB75BB75}" presName="FiveNodes_4" presStyleLbl="node1" presStyleIdx="3" presStyleCnt="5">
        <dgm:presLayoutVars>
          <dgm:bulletEnabled val="1"/>
        </dgm:presLayoutVars>
      </dgm:prSet>
      <dgm:spPr/>
    </dgm:pt>
    <dgm:pt modelId="{4DDE4AC7-A490-4593-9BA8-9FC421BE755D}" type="pres">
      <dgm:prSet presAssocID="{B008D9E2-A0AD-4C2A-865B-F154FB75BB75}" presName="FiveNodes_5" presStyleLbl="node1" presStyleIdx="4" presStyleCnt="5">
        <dgm:presLayoutVars>
          <dgm:bulletEnabled val="1"/>
        </dgm:presLayoutVars>
      </dgm:prSet>
      <dgm:spPr/>
    </dgm:pt>
    <dgm:pt modelId="{B033F406-B1C0-4653-87D9-6B5B197C9D26}" type="pres">
      <dgm:prSet presAssocID="{B008D9E2-A0AD-4C2A-865B-F154FB75BB75}" presName="FiveConn_1-2" presStyleLbl="fgAccFollowNode1" presStyleIdx="0" presStyleCnt="4">
        <dgm:presLayoutVars>
          <dgm:bulletEnabled val="1"/>
        </dgm:presLayoutVars>
      </dgm:prSet>
      <dgm:spPr/>
    </dgm:pt>
    <dgm:pt modelId="{90DBFF34-DCEC-4678-A497-93A813ED692E}" type="pres">
      <dgm:prSet presAssocID="{B008D9E2-A0AD-4C2A-865B-F154FB75BB75}" presName="FiveConn_2-3" presStyleLbl="fgAccFollowNode1" presStyleIdx="1" presStyleCnt="4">
        <dgm:presLayoutVars>
          <dgm:bulletEnabled val="1"/>
        </dgm:presLayoutVars>
      </dgm:prSet>
      <dgm:spPr/>
    </dgm:pt>
    <dgm:pt modelId="{E09997B3-1867-4DBB-845B-7EFF3EB36C3F}" type="pres">
      <dgm:prSet presAssocID="{B008D9E2-A0AD-4C2A-865B-F154FB75BB75}" presName="FiveConn_3-4" presStyleLbl="fgAccFollowNode1" presStyleIdx="2" presStyleCnt="4">
        <dgm:presLayoutVars>
          <dgm:bulletEnabled val="1"/>
        </dgm:presLayoutVars>
      </dgm:prSet>
      <dgm:spPr/>
    </dgm:pt>
    <dgm:pt modelId="{8B42BCD6-6498-4A26-9444-64170E94B76D}" type="pres">
      <dgm:prSet presAssocID="{B008D9E2-A0AD-4C2A-865B-F154FB75BB75}" presName="FiveConn_4-5" presStyleLbl="fgAccFollowNode1" presStyleIdx="3" presStyleCnt="4">
        <dgm:presLayoutVars>
          <dgm:bulletEnabled val="1"/>
        </dgm:presLayoutVars>
      </dgm:prSet>
      <dgm:spPr/>
    </dgm:pt>
    <dgm:pt modelId="{5608E94C-4C77-4C99-9A1A-7B45DFEBD241}" type="pres">
      <dgm:prSet presAssocID="{B008D9E2-A0AD-4C2A-865B-F154FB75BB75}" presName="FiveNodes_1_text" presStyleLbl="node1" presStyleIdx="4" presStyleCnt="5">
        <dgm:presLayoutVars>
          <dgm:bulletEnabled val="1"/>
        </dgm:presLayoutVars>
      </dgm:prSet>
      <dgm:spPr/>
    </dgm:pt>
    <dgm:pt modelId="{751A4C98-BD39-47A7-ABB9-AFA9BCA0F6F7}" type="pres">
      <dgm:prSet presAssocID="{B008D9E2-A0AD-4C2A-865B-F154FB75BB75}" presName="FiveNodes_2_text" presStyleLbl="node1" presStyleIdx="4" presStyleCnt="5">
        <dgm:presLayoutVars>
          <dgm:bulletEnabled val="1"/>
        </dgm:presLayoutVars>
      </dgm:prSet>
      <dgm:spPr/>
    </dgm:pt>
    <dgm:pt modelId="{217C89C8-1592-4ADE-AA22-5BA9E6DBF60E}" type="pres">
      <dgm:prSet presAssocID="{B008D9E2-A0AD-4C2A-865B-F154FB75BB75}" presName="FiveNodes_3_text" presStyleLbl="node1" presStyleIdx="4" presStyleCnt="5">
        <dgm:presLayoutVars>
          <dgm:bulletEnabled val="1"/>
        </dgm:presLayoutVars>
      </dgm:prSet>
      <dgm:spPr/>
    </dgm:pt>
    <dgm:pt modelId="{E40FFDF6-F0F0-44F6-A77B-E291258D4A35}" type="pres">
      <dgm:prSet presAssocID="{B008D9E2-A0AD-4C2A-865B-F154FB75BB75}" presName="FiveNodes_4_text" presStyleLbl="node1" presStyleIdx="4" presStyleCnt="5">
        <dgm:presLayoutVars>
          <dgm:bulletEnabled val="1"/>
        </dgm:presLayoutVars>
      </dgm:prSet>
      <dgm:spPr/>
    </dgm:pt>
    <dgm:pt modelId="{B8E10280-653C-460C-9F97-43895C1CB35D}" type="pres">
      <dgm:prSet presAssocID="{B008D9E2-A0AD-4C2A-865B-F154FB75BB75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C7FA9306-4271-45F2-9BE1-CBA32C72015D}" type="presOf" srcId="{A405F095-2ED8-4BA9-ADF1-538F13B3078F}" destId="{751A4C98-BD39-47A7-ABB9-AFA9BCA0F6F7}" srcOrd="1" destOrd="0" presId="urn:microsoft.com/office/officeart/2005/8/layout/vProcess5"/>
    <dgm:cxn modelId="{4608D412-451A-49F5-B795-20081DD08DC9}" type="presOf" srcId="{AA4D1F9E-1355-4EBC-AA75-EE3ECEFAFC85}" destId="{90DBFF34-DCEC-4678-A497-93A813ED692E}" srcOrd="0" destOrd="0" presId="urn:microsoft.com/office/officeart/2005/8/layout/vProcess5"/>
    <dgm:cxn modelId="{329C7E20-04BD-46F5-8D13-DB68C72C36B5}" type="presOf" srcId="{9BCDAD80-EC4F-470D-A239-F843EB526E71}" destId="{B033F406-B1C0-4653-87D9-6B5B197C9D26}" srcOrd="0" destOrd="0" presId="urn:microsoft.com/office/officeart/2005/8/layout/vProcess5"/>
    <dgm:cxn modelId="{E7A9243F-E3C4-4EBE-A8BA-2E1F6FD57BC7}" srcId="{B008D9E2-A0AD-4C2A-865B-F154FB75BB75}" destId="{6E6BC48E-AD31-4D78-8F11-C360F96709EB}" srcOrd="3" destOrd="0" parTransId="{74E616FA-6E73-47B5-91BF-6232AE9C3997}" sibTransId="{A8D47C32-D859-43D4-92B8-3E5F13DF2CDE}"/>
    <dgm:cxn modelId="{F0018342-8271-4BBB-893D-BC2C64DC51AB}" type="presOf" srcId="{B008D9E2-A0AD-4C2A-865B-F154FB75BB75}" destId="{1931F71F-463F-4CF7-BC04-D4FEAFFBC223}" srcOrd="0" destOrd="0" presId="urn:microsoft.com/office/officeart/2005/8/layout/vProcess5"/>
    <dgm:cxn modelId="{13C6AD4A-6E78-4783-8C13-0034BD1D048B}" type="presOf" srcId="{6E6BC48E-AD31-4D78-8F11-C360F96709EB}" destId="{C4AD752E-AB37-4F7C-99D2-635AD0A96B1D}" srcOrd="0" destOrd="0" presId="urn:microsoft.com/office/officeart/2005/8/layout/vProcess5"/>
    <dgm:cxn modelId="{B10CE66B-15F0-4AAA-90B6-FB0601209F76}" type="presOf" srcId="{8DF27368-6F2E-4A31-82D8-AC7E78CEBF8E}" destId="{D62FEFE5-F025-4FDE-B00B-CD137FEFE7B9}" srcOrd="0" destOrd="0" presId="urn:microsoft.com/office/officeart/2005/8/layout/vProcess5"/>
    <dgm:cxn modelId="{40177277-BDBD-480D-B84A-B79D84561EFE}" type="presOf" srcId="{ED467F93-A00E-4ED9-A0C9-667BBA69CA19}" destId="{E09997B3-1867-4DBB-845B-7EFF3EB36C3F}" srcOrd="0" destOrd="0" presId="urn:microsoft.com/office/officeart/2005/8/layout/vProcess5"/>
    <dgm:cxn modelId="{0D19CA5A-47E2-4A89-A5A4-301178ADA146}" type="presOf" srcId="{BBBAA769-0BBB-4FF9-AB04-3AC0A3188F11}" destId="{73E59339-52CC-40D4-A8CB-55749914C3DC}" srcOrd="0" destOrd="0" presId="urn:microsoft.com/office/officeart/2005/8/layout/vProcess5"/>
    <dgm:cxn modelId="{4247268A-3119-4588-BF59-9A38D77D4C4A}" srcId="{B008D9E2-A0AD-4C2A-865B-F154FB75BB75}" destId="{BD412BE5-04EB-477B-B06D-794CD0F54169}" srcOrd="4" destOrd="0" parTransId="{969A09DB-ADD4-45D3-9735-1B0870ADF20F}" sibTransId="{9F846564-77EB-4FB8-ABAD-B12E82FC0BD7}"/>
    <dgm:cxn modelId="{A51F299D-A064-4473-AD19-092845E70086}" srcId="{B008D9E2-A0AD-4C2A-865B-F154FB75BB75}" destId="{8DF27368-6F2E-4A31-82D8-AC7E78CEBF8E}" srcOrd="0" destOrd="0" parTransId="{822E5AF6-FB64-471F-A7F9-F6BB8A62DB4C}" sibTransId="{9BCDAD80-EC4F-470D-A239-F843EB526E71}"/>
    <dgm:cxn modelId="{421167D0-6770-442A-91D9-54900FB390AC}" type="presOf" srcId="{BD412BE5-04EB-477B-B06D-794CD0F54169}" destId="{B8E10280-653C-460C-9F97-43895C1CB35D}" srcOrd="1" destOrd="0" presId="urn:microsoft.com/office/officeart/2005/8/layout/vProcess5"/>
    <dgm:cxn modelId="{B2C812D6-500A-4CDD-9721-015F62AC2569}" type="presOf" srcId="{8DF27368-6F2E-4A31-82D8-AC7E78CEBF8E}" destId="{5608E94C-4C77-4C99-9A1A-7B45DFEBD241}" srcOrd="1" destOrd="0" presId="urn:microsoft.com/office/officeart/2005/8/layout/vProcess5"/>
    <dgm:cxn modelId="{2703A3DA-97FB-4B8C-BE37-CA13B4C6618B}" type="presOf" srcId="{A8D47C32-D859-43D4-92B8-3E5F13DF2CDE}" destId="{8B42BCD6-6498-4A26-9444-64170E94B76D}" srcOrd="0" destOrd="0" presId="urn:microsoft.com/office/officeart/2005/8/layout/vProcess5"/>
    <dgm:cxn modelId="{902425DF-E38D-456C-9378-7F18964CFAB9}" srcId="{B008D9E2-A0AD-4C2A-865B-F154FB75BB75}" destId="{A405F095-2ED8-4BA9-ADF1-538F13B3078F}" srcOrd="1" destOrd="0" parTransId="{E21C61A4-0F5A-475F-B54D-AE1AD5216D0C}" sibTransId="{AA4D1F9E-1355-4EBC-AA75-EE3ECEFAFC85}"/>
    <dgm:cxn modelId="{E403D9ED-6FC2-4283-A598-01F2540E6F1A}" srcId="{B008D9E2-A0AD-4C2A-865B-F154FB75BB75}" destId="{BBBAA769-0BBB-4FF9-AB04-3AC0A3188F11}" srcOrd="2" destOrd="0" parTransId="{4A262EA1-45E8-4E8A-B759-E73E4789D085}" sibTransId="{ED467F93-A00E-4ED9-A0C9-667BBA69CA19}"/>
    <dgm:cxn modelId="{3C4EA0EE-2D38-4411-8E85-18349A460148}" type="presOf" srcId="{BD412BE5-04EB-477B-B06D-794CD0F54169}" destId="{4DDE4AC7-A490-4593-9BA8-9FC421BE755D}" srcOrd="0" destOrd="0" presId="urn:microsoft.com/office/officeart/2005/8/layout/vProcess5"/>
    <dgm:cxn modelId="{4397E0F2-F870-4BC1-8127-6B229FDFA190}" type="presOf" srcId="{A405F095-2ED8-4BA9-ADF1-538F13B3078F}" destId="{E6593BA7-457A-475F-9827-2E9A422A5E00}" srcOrd="0" destOrd="0" presId="urn:microsoft.com/office/officeart/2005/8/layout/vProcess5"/>
    <dgm:cxn modelId="{6B06CCF9-9DAB-40E1-B33D-949C343E2E85}" type="presOf" srcId="{6E6BC48E-AD31-4D78-8F11-C360F96709EB}" destId="{E40FFDF6-F0F0-44F6-A77B-E291258D4A35}" srcOrd="1" destOrd="0" presId="urn:microsoft.com/office/officeart/2005/8/layout/vProcess5"/>
    <dgm:cxn modelId="{BA3A7EFD-A923-4B5A-AD8D-F7206FDD5581}" type="presOf" srcId="{BBBAA769-0BBB-4FF9-AB04-3AC0A3188F11}" destId="{217C89C8-1592-4ADE-AA22-5BA9E6DBF60E}" srcOrd="1" destOrd="0" presId="urn:microsoft.com/office/officeart/2005/8/layout/vProcess5"/>
    <dgm:cxn modelId="{4A87F3A0-B9A7-4C77-BA95-DE06CB6AAF53}" type="presParOf" srcId="{1931F71F-463F-4CF7-BC04-D4FEAFFBC223}" destId="{E2AFCC28-B878-4474-9A97-5452DEFF54CB}" srcOrd="0" destOrd="0" presId="urn:microsoft.com/office/officeart/2005/8/layout/vProcess5"/>
    <dgm:cxn modelId="{6F3DD535-03CC-4667-B14E-CF9D66FBF443}" type="presParOf" srcId="{1931F71F-463F-4CF7-BC04-D4FEAFFBC223}" destId="{D62FEFE5-F025-4FDE-B00B-CD137FEFE7B9}" srcOrd="1" destOrd="0" presId="urn:microsoft.com/office/officeart/2005/8/layout/vProcess5"/>
    <dgm:cxn modelId="{09A65D90-25B4-494F-9C06-CEA7EEA3E989}" type="presParOf" srcId="{1931F71F-463F-4CF7-BC04-D4FEAFFBC223}" destId="{E6593BA7-457A-475F-9827-2E9A422A5E00}" srcOrd="2" destOrd="0" presId="urn:microsoft.com/office/officeart/2005/8/layout/vProcess5"/>
    <dgm:cxn modelId="{A2943FAB-1266-4833-AF19-6E397BA71ED5}" type="presParOf" srcId="{1931F71F-463F-4CF7-BC04-D4FEAFFBC223}" destId="{73E59339-52CC-40D4-A8CB-55749914C3DC}" srcOrd="3" destOrd="0" presId="urn:microsoft.com/office/officeart/2005/8/layout/vProcess5"/>
    <dgm:cxn modelId="{77FB68EB-40CC-44FF-B960-AC40F794C213}" type="presParOf" srcId="{1931F71F-463F-4CF7-BC04-D4FEAFFBC223}" destId="{C4AD752E-AB37-4F7C-99D2-635AD0A96B1D}" srcOrd="4" destOrd="0" presId="urn:microsoft.com/office/officeart/2005/8/layout/vProcess5"/>
    <dgm:cxn modelId="{6A733A55-5C78-452F-B5A8-A51416CDFCD8}" type="presParOf" srcId="{1931F71F-463F-4CF7-BC04-D4FEAFFBC223}" destId="{4DDE4AC7-A490-4593-9BA8-9FC421BE755D}" srcOrd="5" destOrd="0" presId="urn:microsoft.com/office/officeart/2005/8/layout/vProcess5"/>
    <dgm:cxn modelId="{8DDA837C-B82D-4D2B-85CD-4FA0522F467E}" type="presParOf" srcId="{1931F71F-463F-4CF7-BC04-D4FEAFFBC223}" destId="{B033F406-B1C0-4653-87D9-6B5B197C9D26}" srcOrd="6" destOrd="0" presId="urn:microsoft.com/office/officeart/2005/8/layout/vProcess5"/>
    <dgm:cxn modelId="{19D8706D-6A0A-4256-AF9A-0C54C743ACC0}" type="presParOf" srcId="{1931F71F-463F-4CF7-BC04-D4FEAFFBC223}" destId="{90DBFF34-DCEC-4678-A497-93A813ED692E}" srcOrd="7" destOrd="0" presId="urn:microsoft.com/office/officeart/2005/8/layout/vProcess5"/>
    <dgm:cxn modelId="{CA079622-C761-4CCB-AF61-97860BE7CC8B}" type="presParOf" srcId="{1931F71F-463F-4CF7-BC04-D4FEAFFBC223}" destId="{E09997B3-1867-4DBB-845B-7EFF3EB36C3F}" srcOrd="8" destOrd="0" presId="urn:microsoft.com/office/officeart/2005/8/layout/vProcess5"/>
    <dgm:cxn modelId="{C4DF3D50-3852-4DBB-AA1F-A5904B62C0CA}" type="presParOf" srcId="{1931F71F-463F-4CF7-BC04-D4FEAFFBC223}" destId="{8B42BCD6-6498-4A26-9444-64170E94B76D}" srcOrd="9" destOrd="0" presId="urn:microsoft.com/office/officeart/2005/8/layout/vProcess5"/>
    <dgm:cxn modelId="{F6F1F031-1EB4-41D5-9D5C-EDE4377989D9}" type="presParOf" srcId="{1931F71F-463F-4CF7-BC04-D4FEAFFBC223}" destId="{5608E94C-4C77-4C99-9A1A-7B45DFEBD241}" srcOrd="10" destOrd="0" presId="urn:microsoft.com/office/officeart/2005/8/layout/vProcess5"/>
    <dgm:cxn modelId="{E0596869-32B6-4AE0-AA8E-34869D975BBF}" type="presParOf" srcId="{1931F71F-463F-4CF7-BC04-D4FEAFFBC223}" destId="{751A4C98-BD39-47A7-ABB9-AFA9BCA0F6F7}" srcOrd="11" destOrd="0" presId="urn:microsoft.com/office/officeart/2005/8/layout/vProcess5"/>
    <dgm:cxn modelId="{2BD48D3A-02C5-4D5B-93AA-E1704609C1D1}" type="presParOf" srcId="{1931F71F-463F-4CF7-BC04-D4FEAFFBC223}" destId="{217C89C8-1592-4ADE-AA22-5BA9E6DBF60E}" srcOrd="12" destOrd="0" presId="urn:microsoft.com/office/officeart/2005/8/layout/vProcess5"/>
    <dgm:cxn modelId="{9440DDE4-6753-4334-A8C8-C1DB3C283271}" type="presParOf" srcId="{1931F71F-463F-4CF7-BC04-D4FEAFFBC223}" destId="{E40FFDF6-F0F0-44F6-A77B-E291258D4A35}" srcOrd="13" destOrd="0" presId="urn:microsoft.com/office/officeart/2005/8/layout/vProcess5"/>
    <dgm:cxn modelId="{15D6C7C2-DA7A-4823-BCB5-182E232E84CF}" type="presParOf" srcId="{1931F71F-463F-4CF7-BC04-D4FEAFFBC223}" destId="{B8E10280-653C-460C-9F97-43895C1CB35D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254440-FD75-4075-80F1-8B4039C9BA41}">
      <dsp:nvSpPr>
        <dsp:cNvPr id="0" name=""/>
        <dsp:cNvSpPr/>
      </dsp:nvSpPr>
      <dsp:spPr>
        <a:xfrm>
          <a:off x="0" y="615"/>
          <a:ext cx="7293610" cy="14401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81DCAC-858C-4027-AD39-1DF67FB4B13C}">
      <dsp:nvSpPr>
        <dsp:cNvPr id="0" name=""/>
        <dsp:cNvSpPr/>
      </dsp:nvSpPr>
      <dsp:spPr>
        <a:xfrm>
          <a:off x="435651" y="324653"/>
          <a:ext cx="792093" cy="7920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BA4627-F44B-438E-8CFD-DA9916814DEB}">
      <dsp:nvSpPr>
        <dsp:cNvPr id="0" name=""/>
        <dsp:cNvSpPr/>
      </dsp:nvSpPr>
      <dsp:spPr>
        <a:xfrm>
          <a:off x="1663397" y="615"/>
          <a:ext cx="5630212" cy="1440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18" tIns="152418" rIns="152418" bIns="15241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kern="1200"/>
            <a:t>Bu projede, oyun geliştirmek için Python dilini ve Pygame kütüphanesini kullandık.</a:t>
          </a:r>
          <a:endParaRPr lang="en-US" sz="2000" kern="1200"/>
        </a:p>
      </dsp:txBody>
      <dsp:txXfrm>
        <a:off x="1663397" y="615"/>
        <a:ext cx="5630212" cy="1440170"/>
      </dsp:txXfrm>
    </dsp:sp>
    <dsp:sp modelId="{E761D3D8-0370-43F2-AEA2-1DA25A1B392A}">
      <dsp:nvSpPr>
        <dsp:cNvPr id="0" name=""/>
        <dsp:cNvSpPr/>
      </dsp:nvSpPr>
      <dsp:spPr>
        <a:xfrm>
          <a:off x="0" y="1800829"/>
          <a:ext cx="7293610" cy="14401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2D063E-D799-4BE5-BC6E-4C3C8BC8EF9E}">
      <dsp:nvSpPr>
        <dsp:cNvPr id="0" name=""/>
        <dsp:cNvSpPr/>
      </dsp:nvSpPr>
      <dsp:spPr>
        <a:xfrm>
          <a:off x="435651" y="2124867"/>
          <a:ext cx="792093" cy="7920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5F5294-16FE-4995-9452-BEFA15E89899}">
      <dsp:nvSpPr>
        <dsp:cNvPr id="0" name=""/>
        <dsp:cNvSpPr/>
      </dsp:nvSpPr>
      <dsp:spPr>
        <a:xfrm>
          <a:off x="1663397" y="1800829"/>
          <a:ext cx="5630212" cy="1440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18" tIns="152418" rIns="152418" bIns="15241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b="1" kern="1200"/>
            <a:t>Kullanılan Algoritmalar</a:t>
          </a:r>
          <a:r>
            <a:rPr lang="tr-TR" sz="2000" kern="1200"/>
            <a:t>: Zıplama Algoritması, Boru Oluşturma Algoritması, Puanlama Algoritması, Oyun Başlatma ve Bitirme Algoritması(space tuşu)</a:t>
          </a:r>
          <a:endParaRPr lang="en-US" sz="2000" kern="1200"/>
        </a:p>
      </dsp:txBody>
      <dsp:txXfrm>
        <a:off x="1663397" y="1800829"/>
        <a:ext cx="5630212" cy="1440170"/>
      </dsp:txXfrm>
    </dsp:sp>
    <dsp:sp modelId="{E1C5745F-724E-4832-95CE-37BE233C7157}">
      <dsp:nvSpPr>
        <dsp:cNvPr id="0" name=""/>
        <dsp:cNvSpPr/>
      </dsp:nvSpPr>
      <dsp:spPr>
        <a:xfrm>
          <a:off x="0" y="3601042"/>
          <a:ext cx="7293610" cy="14401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768E76-427F-46C2-93C3-1DD1BDCB2BE8}">
      <dsp:nvSpPr>
        <dsp:cNvPr id="0" name=""/>
        <dsp:cNvSpPr/>
      </dsp:nvSpPr>
      <dsp:spPr>
        <a:xfrm>
          <a:off x="435651" y="3925081"/>
          <a:ext cx="792093" cy="7920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3559C2-1A58-4D1D-8159-03CE0E055D9C}">
      <dsp:nvSpPr>
        <dsp:cNvPr id="0" name=""/>
        <dsp:cNvSpPr/>
      </dsp:nvSpPr>
      <dsp:spPr>
        <a:xfrm>
          <a:off x="1663397" y="3601042"/>
          <a:ext cx="5630212" cy="14401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18" tIns="152418" rIns="152418" bIns="152418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000" b="1" kern="1200"/>
            <a:t>Veri Yapıları</a:t>
          </a:r>
          <a:r>
            <a:rPr lang="tr-TR" sz="2000" kern="1200"/>
            <a:t>: Listeler, Sabitler ve Değişkenler</a:t>
          </a:r>
          <a:endParaRPr lang="en-US" sz="2000" kern="1200"/>
        </a:p>
      </dsp:txBody>
      <dsp:txXfrm>
        <a:off x="1663397" y="3601042"/>
        <a:ext cx="5630212" cy="14401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2FEFE5-F025-4FDE-B00B-CD137FEFE7B9}">
      <dsp:nvSpPr>
        <dsp:cNvPr id="0" name=""/>
        <dsp:cNvSpPr/>
      </dsp:nvSpPr>
      <dsp:spPr>
        <a:xfrm>
          <a:off x="0" y="0"/>
          <a:ext cx="5632704" cy="9217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400" kern="1200"/>
            <a:t>TEMAYA KARAR VERMEK</a:t>
          </a:r>
          <a:endParaRPr lang="en-US" sz="2400" kern="1200"/>
        </a:p>
      </dsp:txBody>
      <dsp:txXfrm>
        <a:off x="26996" y="26996"/>
        <a:ext cx="4530260" cy="867723"/>
      </dsp:txXfrm>
    </dsp:sp>
    <dsp:sp modelId="{E6593BA7-457A-475F-9827-2E9A422A5E00}">
      <dsp:nvSpPr>
        <dsp:cNvPr id="0" name=""/>
        <dsp:cNvSpPr/>
      </dsp:nvSpPr>
      <dsp:spPr>
        <a:xfrm>
          <a:off x="420624" y="1049731"/>
          <a:ext cx="5632704" cy="9217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400" kern="1200"/>
            <a:t>YARATICI VE ÖZGÜN İSİM SÜRECİ</a:t>
          </a:r>
          <a:endParaRPr lang="en-US" sz="2400" kern="1200"/>
        </a:p>
      </dsp:txBody>
      <dsp:txXfrm>
        <a:off x="447620" y="1076727"/>
        <a:ext cx="4558973" cy="867723"/>
      </dsp:txXfrm>
    </dsp:sp>
    <dsp:sp modelId="{73E59339-52CC-40D4-A8CB-55749914C3DC}">
      <dsp:nvSpPr>
        <dsp:cNvPr id="0" name=""/>
        <dsp:cNvSpPr/>
      </dsp:nvSpPr>
      <dsp:spPr>
        <a:xfrm>
          <a:off x="841247" y="2099462"/>
          <a:ext cx="5632704" cy="9217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400" kern="1200"/>
            <a:t>ARKA PLANI VE KARAKTERİN ANİMASYONUNU HAZIRLAMA</a:t>
          </a:r>
          <a:endParaRPr lang="en-US" sz="2400" kern="1200"/>
        </a:p>
      </dsp:txBody>
      <dsp:txXfrm>
        <a:off x="868243" y="2126458"/>
        <a:ext cx="4558973" cy="867723"/>
      </dsp:txXfrm>
    </dsp:sp>
    <dsp:sp modelId="{C4AD752E-AB37-4F7C-99D2-635AD0A96B1D}">
      <dsp:nvSpPr>
        <dsp:cNvPr id="0" name=""/>
        <dsp:cNvSpPr/>
      </dsp:nvSpPr>
      <dsp:spPr>
        <a:xfrm>
          <a:off x="1261871" y="3149193"/>
          <a:ext cx="5632704" cy="9217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400" kern="1200"/>
            <a:t>KOD İLE OYUNU CANLANDIRMAK</a:t>
          </a:r>
          <a:endParaRPr lang="en-US" sz="2400" kern="1200"/>
        </a:p>
      </dsp:txBody>
      <dsp:txXfrm>
        <a:off x="1288867" y="3176189"/>
        <a:ext cx="4558973" cy="867723"/>
      </dsp:txXfrm>
    </dsp:sp>
    <dsp:sp modelId="{4DDE4AC7-A490-4593-9BA8-9FC421BE755D}">
      <dsp:nvSpPr>
        <dsp:cNvPr id="0" name=""/>
        <dsp:cNvSpPr/>
      </dsp:nvSpPr>
      <dsp:spPr>
        <a:xfrm>
          <a:off x="1682495" y="4198924"/>
          <a:ext cx="5632704" cy="9217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2400" kern="1200"/>
            <a:t>OYUN BAŞLANGIÇ EKRANI OLUŞTURMA</a:t>
          </a:r>
          <a:endParaRPr lang="en-US" sz="2400" kern="1200"/>
        </a:p>
      </dsp:txBody>
      <dsp:txXfrm>
        <a:off x="1709491" y="4225920"/>
        <a:ext cx="4558973" cy="867723"/>
      </dsp:txXfrm>
    </dsp:sp>
    <dsp:sp modelId="{B033F406-B1C0-4653-87D9-6B5B197C9D26}">
      <dsp:nvSpPr>
        <dsp:cNvPr id="0" name=""/>
        <dsp:cNvSpPr/>
      </dsp:nvSpPr>
      <dsp:spPr>
        <a:xfrm>
          <a:off x="5033589" y="673364"/>
          <a:ext cx="599114" cy="59911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5168390" y="673364"/>
        <a:ext cx="329512" cy="450833"/>
      </dsp:txXfrm>
    </dsp:sp>
    <dsp:sp modelId="{90DBFF34-DCEC-4678-A497-93A813ED692E}">
      <dsp:nvSpPr>
        <dsp:cNvPr id="0" name=""/>
        <dsp:cNvSpPr/>
      </dsp:nvSpPr>
      <dsp:spPr>
        <a:xfrm>
          <a:off x="5454213" y="1723095"/>
          <a:ext cx="599114" cy="59911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5589014" y="1723095"/>
        <a:ext cx="329512" cy="450833"/>
      </dsp:txXfrm>
    </dsp:sp>
    <dsp:sp modelId="{E09997B3-1867-4DBB-845B-7EFF3EB36C3F}">
      <dsp:nvSpPr>
        <dsp:cNvPr id="0" name=""/>
        <dsp:cNvSpPr/>
      </dsp:nvSpPr>
      <dsp:spPr>
        <a:xfrm>
          <a:off x="5874837" y="2757464"/>
          <a:ext cx="599114" cy="59911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6009638" y="2757464"/>
        <a:ext cx="329512" cy="450833"/>
      </dsp:txXfrm>
    </dsp:sp>
    <dsp:sp modelId="{8B42BCD6-6498-4A26-9444-64170E94B76D}">
      <dsp:nvSpPr>
        <dsp:cNvPr id="0" name=""/>
        <dsp:cNvSpPr/>
      </dsp:nvSpPr>
      <dsp:spPr>
        <a:xfrm>
          <a:off x="6295461" y="3817437"/>
          <a:ext cx="599114" cy="59911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6430262" y="3817437"/>
        <a:ext cx="329512" cy="4508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C880C-0A16-4136-A9BE-5E4660A621FE}" type="datetimeFigureOut">
              <a:rPr lang="tr-TR" smtClean="0"/>
              <a:t>27.03.2024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30BA6-5B62-4BE2-A354-4844090863A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5652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C880C-0A16-4136-A9BE-5E4660A621FE}" type="datetimeFigureOut">
              <a:rPr lang="tr-TR" smtClean="0"/>
              <a:t>27.03.2024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30BA6-5B62-4BE2-A354-4844090863A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981965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C880C-0A16-4136-A9BE-5E4660A621FE}" type="datetimeFigureOut">
              <a:rPr lang="tr-TR" smtClean="0"/>
              <a:t>27.03.2024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30BA6-5B62-4BE2-A354-4844090863A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704540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C880C-0A16-4136-A9BE-5E4660A621FE}" type="datetimeFigureOut">
              <a:rPr lang="tr-TR" smtClean="0"/>
              <a:t>27.03.2024</a:t>
            </a:fld>
            <a:endParaRPr lang="tr-T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30BA6-5B62-4BE2-A354-4844090863A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512632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C880C-0A16-4136-A9BE-5E4660A621FE}" type="datetimeFigureOut">
              <a:rPr lang="tr-TR" smtClean="0"/>
              <a:t>27.03.2024</a:t>
            </a:fld>
            <a:endParaRPr lang="tr-TR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30BA6-5B62-4BE2-A354-4844090863A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606355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C880C-0A16-4136-A9BE-5E4660A621FE}" type="datetimeFigureOut">
              <a:rPr lang="tr-TR" smtClean="0"/>
              <a:t>27.03.2024</a:t>
            </a:fld>
            <a:endParaRPr lang="tr-TR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30BA6-5B62-4BE2-A354-4844090863A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401829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C880C-0A16-4136-A9BE-5E4660A621FE}" type="datetimeFigureOut">
              <a:rPr lang="tr-TR" smtClean="0"/>
              <a:t>27.03.2024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30BA6-5B62-4BE2-A354-4844090863A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144998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C880C-0A16-4136-A9BE-5E4660A621FE}" type="datetimeFigureOut">
              <a:rPr lang="tr-TR" smtClean="0"/>
              <a:t>27.03.2024</a:t>
            </a:fld>
            <a:endParaRPr lang="tr-T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30BA6-5B62-4BE2-A354-4844090863A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858984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C880C-0A16-4136-A9BE-5E4660A621FE}" type="datetimeFigureOut">
              <a:rPr lang="tr-TR" smtClean="0"/>
              <a:t>27.03.2024</a:t>
            </a:fld>
            <a:endParaRPr lang="tr-T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tr-T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30BA6-5B62-4BE2-A354-4844090863A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603487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C880C-0A16-4136-A9BE-5E4660A621FE}" type="datetimeFigureOut">
              <a:rPr lang="tr-TR" smtClean="0"/>
              <a:t>27.03.2024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30BA6-5B62-4BE2-A354-4844090863A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890894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C880C-0A16-4136-A9BE-5E4660A621FE}" type="datetimeFigureOut">
              <a:rPr lang="tr-TR" smtClean="0"/>
              <a:t>27.03.2024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30BA6-5B62-4BE2-A354-4844090863A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770163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94C880C-0A16-4136-A9BE-5E4660A621FE}" type="datetimeFigureOut">
              <a:rPr lang="tr-TR" smtClean="0"/>
              <a:t>27.03.2024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9F930BA6-5B62-4BE2-A354-4844090863A5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56674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ECF88ED-02C6-901D-0005-9CD6E683E1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1815" y="775934"/>
            <a:ext cx="7315200" cy="3255264"/>
          </a:xfrm>
        </p:spPr>
        <p:txBody>
          <a:bodyPr/>
          <a:lstStyle/>
          <a:p>
            <a:r>
              <a:rPr lang="tr-TR" sz="6600" dirty="0"/>
              <a:t>YÜZ-GEÇ</a:t>
            </a:r>
            <a:br>
              <a:rPr lang="tr-TR" dirty="0"/>
            </a:br>
            <a:r>
              <a:rPr lang="tr-TR" sz="4400" dirty="0"/>
              <a:t>Mühendislik Projesi 2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BD09F083-098B-FC59-99A3-FCC533E93A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90" y="5102352"/>
            <a:ext cx="7315200" cy="914400"/>
          </a:xfrm>
        </p:spPr>
        <p:txBody>
          <a:bodyPr/>
          <a:lstStyle/>
          <a:p>
            <a:r>
              <a:rPr lang="tr-TR" dirty="0"/>
              <a:t>22040404137 – Melike Aydoğduoğlu</a:t>
            </a:r>
          </a:p>
          <a:p>
            <a:r>
              <a:rPr lang="tr-TR" dirty="0"/>
              <a:t>2204040149 – Özlem </a:t>
            </a:r>
            <a:r>
              <a:rPr lang="tr-TR" dirty="0" err="1"/>
              <a:t>Babatutmaz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4896325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10905976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5072FAF3-272C-AD19-A400-2691BA71F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754" y="1087374"/>
            <a:ext cx="8983489" cy="1000978"/>
          </a:xfrm>
        </p:spPr>
        <p:txBody>
          <a:bodyPr>
            <a:normAutofit/>
          </a:bodyPr>
          <a:lstStyle/>
          <a:p>
            <a:r>
              <a:rPr lang="tr-TR" dirty="0"/>
              <a:t>Projemiz Nedir?</a:t>
            </a:r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4533" y="758952"/>
            <a:ext cx="1185379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" y="2526526"/>
            <a:ext cx="1169701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79019" y="2526526"/>
            <a:ext cx="10920893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9A37A39-DBB7-8038-1B02-8D830E093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753" y="2535446"/>
            <a:ext cx="8983489" cy="3554457"/>
          </a:xfrm>
        </p:spPr>
        <p:txBody>
          <a:bodyPr>
            <a:normAutofit/>
          </a:bodyPr>
          <a:lstStyle/>
          <a:p>
            <a:r>
              <a:rPr lang="tr-TR">
                <a:solidFill>
                  <a:schemeClr val="tx1"/>
                </a:solidFill>
              </a:rPr>
              <a:t>Projemiz mühendislik projesi 2 dersi kapsamında Python öğrenmek üzere tasarlanmış oyun projesidir. </a:t>
            </a:r>
          </a:p>
          <a:p>
            <a:endParaRPr lang="tr-T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07686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7B06B81-7121-6301-1553-82AE1E41F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Projemizin Amacı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68DAEBD-3E81-78B8-465B-93601D9D9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Eğlenceli Bir Deneyim Sunmak</a:t>
            </a:r>
            <a:r>
              <a:rPr lang="tr-TR" dirty="0"/>
              <a:t>: Kullanıcıların keyif alabileceği ve stres atabileceği bir oyun ortamı oluşturmak.</a:t>
            </a:r>
          </a:p>
          <a:p>
            <a:endParaRPr lang="tr-TR" dirty="0"/>
          </a:p>
          <a:p>
            <a:r>
              <a:rPr lang="tr-TR" b="1" dirty="0"/>
              <a:t>Kolay Erişilebilirlik</a:t>
            </a:r>
            <a:r>
              <a:rPr lang="tr-TR" dirty="0"/>
              <a:t>: Basit ve sezgisel mekaniklerle herkesin kolayca oynayabileceği bir yapıya sahip olmak. Her yaş grubuna ve cinsiyete hitap edecek oyun üretmek.</a:t>
            </a:r>
          </a:p>
          <a:p>
            <a:endParaRPr lang="tr-TR" dirty="0"/>
          </a:p>
          <a:p>
            <a:r>
              <a:rPr lang="tr-TR" b="1" dirty="0"/>
              <a:t>Rekabetçi Oyun Pazarında Fark Yaratmak</a:t>
            </a:r>
            <a:r>
              <a:rPr lang="tr-TR" dirty="0"/>
              <a:t>: Kaliteli ve özgün içerik sunarak mobil oyun endüstrisinde dikkat çekmek ve popülerlik kazanmak.</a:t>
            </a:r>
          </a:p>
        </p:txBody>
      </p:sp>
    </p:spTree>
    <p:extLst>
      <p:ext uri="{BB962C8B-B14F-4D97-AF65-F5344CB8AC3E}">
        <p14:creationId xmlns:p14="http://schemas.microsoft.com/office/powerpoint/2010/main" val="29637858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AAD8036-96D8-496C-8006-37ACA5AD8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A4CBA9-3463-4C65-BF46-6B6C50E7F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42856" y="757325"/>
            <a:ext cx="3549144" cy="5329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A08DA5F8-8678-2356-9482-FFCA791AE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5775" y="1123837"/>
            <a:ext cx="2947482" cy="4601183"/>
          </a:xfrm>
        </p:spPr>
        <p:txBody>
          <a:bodyPr>
            <a:normAutofit/>
          </a:bodyPr>
          <a:lstStyle/>
          <a:p>
            <a:r>
              <a:rPr lang="tr-TR"/>
              <a:t>Projemizin Teknik Detayları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CEED6C-D39C-40AA-B89E-52C3FA5A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graphicFrame>
        <p:nvGraphicFramePr>
          <p:cNvPr id="5" name="İçerik Yer Tutucusu 2">
            <a:extLst>
              <a:ext uri="{FF2B5EF4-FFF2-40B4-BE49-F238E27FC236}">
                <a16:creationId xmlns:a16="http://schemas.microsoft.com/office/drawing/2014/main" id="{2EFB7957-836C-F1C7-38A5-43E211BE2F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2175287"/>
              </p:ext>
            </p:extLst>
          </p:nvPr>
        </p:nvGraphicFramePr>
        <p:xfrm>
          <a:off x="866647" y="933854"/>
          <a:ext cx="7293610" cy="50418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480135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A76C151-77E3-21C3-656B-D9D63A533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000" dirty="0"/>
              <a:t>Projemizin Teknik Detayları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6C5B401-8EFF-CA06-001B-3871E6368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/>
              <a:t>:1. </a:t>
            </a:r>
            <a:r>
              <a:rPr lang="tr-TR" b="1" dirty="0" err="1"/>
              <a:t>YuzGec</a:t>
            </a:r>
            <a:r>
              <a:rPr lang="tr-TR" b="1" dirty="0"/>
              <a:t> Sınıfı</a:t>
            </a:r>
            <a:r>
              <a:rPr lang="tr-TR" dirty="0"/>
              <a:t>: Bu sınıf, oyundaki ana karakter olan balığı temsil eder. Zıplama işlemini ve düşüşünü yönetir. Ayrıca balığın ekran üzerindeki konumunu ve hızını günceller.</a:t>
            </a:r>
          </a:p>
          <a:p>
            <a:r>
              <a:rPr lang="tr-TR" dirty="0"/>
              <a:t>2. </a:t>
            </a:r>
            <a:r>
              <a:rPr lang="tr-TR" b="1" dirty="0" err="1"/>
              <a:t>Pipe</a:t>
            </a:r>
            <a:r>
              <a:rPr lang="tr-TR" b="1" dirty="0"/>
              <a:t> Sınıfı</a:t>
            </a:r>
            <a:r>
              <a:rPr lang="tr-TR" dirty="0"/>
              <a:t>: Bu sınıf, oyunun zorluğunu artırmak için kullanılan boruları temsil eder. Borular rastgele yüksekliklerde oluşturulur ve ekranda hareket ederler. Oyun karakteri borulara çarparsa veya ekranın üstüne veya altına ulaşırsa oyun sona erer.</a:t>
            </a:r>
          </a:p>
          <a:p>
            <a:r>
              <a:rPr lang="tr-TR" dirty="0"/>
              <a:t>3. </a:t>
            </a:r>
            <a:r>
              <a:rPr lang="tr-TR" b="1" dirty="0"/>
              <a:t>Game Sınıfı</a:t>
            </a:r>
            <a:r>
              <a:rPr lang="tr-TR" dirty="0"/>
              <a:t>: Bu sınıf, oyunun ana mantığını yönetir. Oyunun başlangıcını, bitişini, puanı ve ekran güncellemelerini kontrol eder. Ayrıca boruların ve balığın hareketlerini senkronize eder.</a:t>
            </a:r>
          </a:p>
          <a:p>
            <a:r>
              <a:rPr lang="tr-TR" dirty="0"/>
              <a:t>4. </a:t>
            </a:r>
            <a:r>
              <a:rPr lang="tr-TR" b="1" dirty="0"/>
              <a:t>Ekran Boyutları ve Renkler</a:t>
            </a:r>
            <a:r>
              <a:rPr lang="tr-TR" dirty="0"/>
              <a:t>: SCREEN_WIDTH ve SCREEN_HEIGHT sabitleri, oyunun ekran boyutunu belirtir. WHITE ve BLUE renkleri değişkenler olarak tanımlanır ve oyunun arka planını ve borularını renklendirir.</a:t>
            </a:r>
          </a:p>
          <a:p>
            <a:r>
              <a:rPr lang="tr-TR" dirty="0"/>
              <a:t>5. </a:t>
            </a:r>
            <a:r>
              <a:rPr lang="tr-TR" b="1" dirty="0"/>
              <a:t>Ana Döngü (Main </a:t>
            </a:r>
            <a:r>
              <a:rPr lang="tr-TR" b="1" dirty="0" err="1"/>
              <a:t>Loop</a:t>
            </a:r>
            <a:r>
              <a:rPr lang="tr-TR" b="1" dirty="0"/>
              <a:t>)</a:t>
            </a:r>
            <a:r>
              <a:rPr lang="tr-TR" dirty="0"/>
              <a:t>: </a:t>
            </a:r>
            <a:r>
              <a:rPr lang="tr-TR" dirty="0" err="1"/>
              <a:t>run</a:t>
            </a:r>
            <a:r>
              <a:rPr lang="tr-TR" dirty="0"/>
              <a:t>() yöntemi, oyunun ana döngüsünü başlatır. Bu döngü, oyun penceresini görüntüler, kullanıcı girişini dinler, oyun durumunu günceller ve ekranda değişiklikleri uygular.</a:t>
            </a:r>
          </a:p>
        </p:txBody>
      </p:sp>
    </p:spTree>
    <p:extLst>
      <p:ext uri="{BB962C8B-B14F-4D97-AF65-F5344CB8AC3E}">
        <p14:creationId xmlns:p14="http://schemas.microsoft.com/office/powerpoint/2010/main" val="2968300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BA5B615-908B-332F-126E-BEF031AAC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Projenin İlk Etabını Hazırlama Sürecimiz</a:t>
            </a:r>
          </a:p>
        </p:txBody>
      </p:sp>
      <p:graphicFrame>
        <p:nvGraphicFramePr>
          <p:cNvPr id="7" name="İçerik Yer Tutucusu 2">
            <a:extLst>
              <a:ext uri="{FF2B5EF4-FFF2-40B4-BE49-F238E27FC236}">
                <a16:creationId xmlns:a16="http://schemas.microsoft.com/office/drawing/2014/main" id="{DB6DCCCA-DB13-12DF-E2AF-9CC163621C2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869268" y="864108"/>
          <a:ext cx="7315200" cy="5120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101751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Çerçeve">
  <a:themeElements>
    <a:clrScheme name="Çerçev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Çerçev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Çerçev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TM03457475[[fn=Çerçeve]]</Template>
  <TotalTime>61</TotalTime>
  <Words>345</Words>
  <Application>Microsoft Office PowerPoint</Application>
  <PresentationFormat>Geniş ekran</PresentationFormat>
  <Paragraphs>27</Paragraphs>
  <Slides>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10" baseType="lpstr">
      <vt:lpstr>Arial</vt:lpstr>
      <vt:lpstr>Corbel</vt:lpstr>
      <vt:lpstr>Wingdings 2</vt:lpstr>
      <vt:lpstr>Çerçeve</vt:lpstr>
      <vt:lpstr>YÜZ-GEÇ Mühendislik Projesi 2</vt:lpstr>
      <vt:lpstr>Projemiz Nedir?</vt:lpstr>
      <vt:lpstr>Projemizin Amacı</vt:lpstr>
      <vt:lpstr>Projemizin Teknik Detayları</vt:lpstr>
      <vt:lpstr>Projemizin Teknik Detayları</vt:lpstr>
      <vt:lpstr>Projenin İlk Etabını Hazırlama Sürecimiz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YÜZ-GEÇ Mühendislik Projesi 2</dc:title>
  <dc:creator>Melike Aydoğduoğlu</dc:creator>
  <cp:lastModifiedBy>Melike Aydoğduoğlu</cp:lastModifiedBy>
  <cp:revision>1</cp:revision>
  <dcterms:created xsi:type="dcterms:W3CDTF">2024-03-27T07:17:29Z</dcterms:created>
  <dcterms:modified xsi:type="dcterms:W3CDTF">2024-03-27T08:18:42Z</dcterms:modified>
</cp:coreProperties>
</file>